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Open Sans Bold" charset="1" panose="020B0806030504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" r="0" b="-222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1" t="0" r="-111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4" t="0" r="-904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5" t="0" r="-335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1" t="0" r="-111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111" r="0" b="-5111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06960" y="4724717"/>
            <a:ext cx="14074080" cy="1417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19"/>
              </a:lnSpc>
              <a:spcBef>
                <a:spcPct val="0"/>
              </a:spcBef>
            </a:pPr>
            <a:r>
              <a:rPr lang="en-US" b="true" sz="8299">
                <a:solidFill>
                  <a:srgbClr val="23607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Merci pour votre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DAG7-sVZKD4</dc:identifier>
  <dcterms:modified xsi:type="dcterms:W3CDTF">2011-08-01T06:04:30Z</dcterms:modified>
  <cp:revision>1</cp:revision>
  <dc:title>Merci pour votre attention</dc:title>
</cp:coreProperties>
</file>